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F43B3-F8A5-414A-ABF9-992F26EB4DC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3C349-0F1B-4D3C-BE25-C85139470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1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C349-0F1B-4D3C-BE25-C851394709A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75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C349-0F1B-4D3C-BE25-C851394709A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28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1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26-03-2026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30820" y="5446853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33CC"/>
                </a:solidFill>
              </a:rPr>
              <a:t>Full-Stack Skill Learning Academy Marketplace with Secure Authentication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KAKARLA NITHISH KUMAR REDDY – VTU25914 – Reg.No:23UECS0751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 B.E., M.Tech., Ph.D.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313001" y="6239898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 SDG No – SDG 4- 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F0FB6F-A636-08A3-91FB-F09DE873C2DA}"/>
              </a:ext>
            </a:extLst>
          </p:cNvPr>
          <p:cNvSpPr txBox="1"/>
          <p:nvPr/>
        </p:nvSpPr>
        <p:spPr>
          <a:xfrm>
            <a:off x="1981200" y="1409700"/>
            <a:ext cx="152781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web-based platform designed to provide online skill learning opportunities for users.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 and login securely using authentication mechanisms like password hashing and session management.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different roles such as Student and Instructor with role-based access control.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browse, search, and enroll in various courses available in the marketplace.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Instructors can create, update, and manage courses and track enrolled students.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developed using HTML, CSS, JavaScript, PHP, and MySQL.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this project is to provide an accessible, user-friendly, and secure online learning environment.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E9E43-6E39-2BCE-210F-21AE1F1738F5}"/>
              </a:ext>
            </a:extLst>
          </p:cNvPr>
          <p:cNvSpPr txBox="1"/>
          <p:nvPr/>
        </p:nvSpPr>
        <p:spPr>
          <a:xfrm>
            <a:off x="1905000" y="1257300"/>
            <a:ext cx="1493520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era, many learners face difficulty in accessing a centralized platform that provides structured and affordable skill-based education.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lack proper organization of user roles, making it difficult to manage students, instructors, and administrators efficiently.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online platforms do not ensure secure authentication, leading to risks such as unauthorized access and data breaches.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allows instructors to easily create, manage, and update courses without technical complexity.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modular architecture, making maintenance, scalability, and feature enhancement difficult.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need for proper database management to store and retrieve user, course, and enrollment data efficiently.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project aims to develop a secure, modular, and role-based full-stack web application that addresses these challenges and provides an effective online learning marketplace.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59F6DE-C0FF-E5CB-52F4-93CEA78DD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560" y="1550964"/>
            <a:ext cx="1525574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To design a responsive and user-friendly interface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To ensure secure data storage using MySQL database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To prevent SQL injection using prepared statements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To build a modular and scalable system architect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full-stack web-based learning marketplace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authentication using hashing and sessions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role-based access for students and instructors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course creation, management, and enrollment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responsive and user-friendly interface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data storage using MySQL and prepared statements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F665AD9-11ED-203F-5343-AB279AA69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ECB85A-736C-FE38-5E61-5651230B3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165649"/>
            <a:ext cx="1425602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a centralized platform for online skill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supports secure authentication using password hashing and sessions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is implemented for students, instructors, and admin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easily browse, search, and enroll in courses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Instructors can create, update, and manage course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a modular architecture for better scalability and maintenance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securely stored and managed using a MySQL database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AF77E43-9C09-478F-AC7F-E5AD41A7B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42511"/>
            <a:ext cx="7315200" cy="7339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E2C90-57AD-D74D-0A47-6FEBF958F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866900"/>
            <a:ext cx="134874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590800" y="1273710"/>
            <a:ext cx="14086282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(Core PHP)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MySQL(Database Connectivity)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(Apache + MySQL Server)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Notepad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(Chrome)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4GB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oftware: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4D8EE-8C58-9D5E-60D6-C3F6AB7781E0}"/>
              </a:ext>
            </a:extLst>
          </p:cNvPr>
          <p:cNvSpPr txBox="1"/>
          <p:nvPr/>
        </p:nvSpPr>
        <p:spPr>
          <a:xfrm>
            <a:off x="1728049" y="1409700"/>
            <a:ext cx="15582209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Module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access using password hashing and session management.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Course Management Module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instructors to add, update, and delete courses.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available courses for students in the marketplace.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Enrollment Module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enroll in courses.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enrollment records and course access.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Learning &amp; Progress Module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access enrolled courses.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learning progress and completion status.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Dashboard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Module&amp;Module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/>
              <a:t>Provides dashboards for students, instructors, and admin.</a:t>
            </a:r>
            <a:br>
              <a:rPr lang="en-US" sz="3600" dirty="0"/>
            </a:br>
            <a:r>
              <a:rPr lang="en-US" sz="3600" dirty="0"/>
              <a:t>Manages users, courses, and overall system activities.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DA8986-4D5A-7D1B-9831-8658A304499F}"/>
              </a:ext>
            </a:extLst>
          </p:cNvPr>
          <p:cNvSpPr txBox="1"/>
          <p:nvPr/>
        </p:nvSpPr>
        <p:spPr>
          <a:xfrm>
            <a:off x="6894902" y="2152693"/>
            <a:ext cx="9144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registered users to enter email and password to access the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credentials using secure authentication (password hashing &amp; sessions)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Redirects users to respective dashboards based on their role (student/instructor/admin) 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52E751-22B6-5761-52A0-4B94E58575BA}"/>
              </a:ext>
            </a:extLst>
          </p:cNvPr>
          <p:cNvSpPr txBox="1"/>
          <p:nvPr/>
        </p:nvSpPr>
        <p:spPr>
          <a:xfrm>
            <a:off x="2590800" y="6832419"/>
            <a:ext cx="9144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new users to create an account by entering name, email, and 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the user details securely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registration, the user can login and access the academy marketplace.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BA7D8-AF82-76DD-EEE6-CF93804B7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052" y="1762898"/>
            <a:ext cx="5222008" cy="489099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48CE318-D5AC-83AB-5A6D-7430231E2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8892" y="5170555"/>
            <a:ext cx="6437795" cy="385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2EE611-BDFD-DA70-2B6A-89049A779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515" y="1536114"/>
            <a:ext cx="10145485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available courses and allows students to select and enroll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course content and conducts assessments/exams for learning evaluation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Records student performance and updates progress based on results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A9C0A-E926-03E1-A2FC-2DF58181E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515" y="3683231"/>
            <a:ext cx="10872916" cy="467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D2624B-1D43-B70F-AAAB-9E24D0C3725A}"/>
              </a:ext>
            </a:extLst>
          </p:cNvPr>
          <p:cNvSpPr txBox="1"/>
          <p:nvPr/>
        </p:nvSpPr>
        <p:spPr>
          <a:xfrm>
            <a:off x="1905000" y="1554104"/>
            <a:ext cx="134874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Marketplace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available courses with details like title, description, and price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search, filter, and select courses for enrollment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390E05-F628-4F37-0FBB-D2092A19911D}"/>
              </a:ext>
            </a:extLst>
          </p:cNvPr>
          <p:cNvSpPr txBox="1"/>
          <p:nvPr/>
        </p:nvSpPr>
        <p:spPr>
          <a:xfrm>
            <a:off x="1905000" y="2681228"/>
            <a:ext cx="7086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courses enrolled by the student in one place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access course content and track their learning progress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6872B-437F-54FB-C0B4-9037F93E2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352" y="2935830"/>
            <a:ext cx="7818931" cy="579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683727-89C6-C997-CBA6-7CF5585AB540}"/>
              </a:ext>
            </a:extLst>
          </p:cNvPr>
          <p:cNvSpPr txBox="1"/>
          <p:nvPr/>
        </p:nvSpPr>
        <p:spPr>
          <a:xfrm>
            <a:off x="9409045" y="2045933"/>
            <a:ext cx="78867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Dashboard: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courses created by the instructor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instructors to edit, update, or delete their courses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8F092D-7589-C7E1-E9FD-887F47F68FB3}"/>
              </a:ext>
            </a:extLst>
          </p:cNvPr>
          <p:cNvSpPr txBox="1"/>
          <p:nvPr/>
        </p:nvSpPr>
        <p:spPr>
          <a:xfrm>
            <a:off x="1952012" y="5862439"/>
            <a:ext cx="77403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overview of users, courses, and system activities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to manage users, courses, and platform operations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0344E-4BE3-8634-316A-F1380E70B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995" y="1907080"/>
            <a:ext cx="7596079" cy="34115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0FAAB8-78D8-C0A1-65BB-264ADB09A7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570" y="4579015"/>
            <a:ext cx="7350830" cy="439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72C243-83DE-E919-A59E-5A022B4B8318}"/>
              </a:ext>
            </a:extLst>
          </p:cNvPr>
          <p:cNvSpPr txBox="1"/>
          <p:nvPr/>
        </p:nvSpPr>
        <p:spPr>
          <a:xfrm>
            <a:off x="2438400" y="1714500"/>
            <a:ext cx="141732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online learning platform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ensures data safety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improves system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course management for instructors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responsive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 architecture 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to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(not fully industry-level)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server performance (XAMPP/local)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compared to large platforms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required for updates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1127</Words>
  <Application>Microsoft Office PowerPoint</Application>
  <PresentationFormat>Custom</PresentationFormat>
  <Paragraphs>240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Wingdings</vt:lpstr>
      <vt:lpstr>Gotham Bold Italics</vt:lpstr>
      <vt:lpstr>Bookman Old Style</vt:lpstr>
      <vt:lpstr>Arial</vt:lpstr>
      <vt:lpstr>Calibri</vt:lpstr>
      <vt:lpstr>Gotham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HP</dc:creator>
  <cp:lastModifiedBy>pooja koppuravuri</cp:lastModifiedBy>
  <cp:revision>34</cp:revision>
  <dcterms:created xsi:type="dcterms:W3CDTF">2006-08-16T00:00:00Z</dcterms:created>
  <dcterms:modified xsi:type="dcterms:W3CDTF">2026-03-26T03:47:55Z</dcterms:modified>
  <dc:identifier>DAHCaYqJ9OU</dc:identifier>
</cp:coreProperties>
</file>