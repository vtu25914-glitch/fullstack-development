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03" y="185861"/>
            <a:ext cx="5505357" cy="15762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2552700" y="3828236"/>
            <a:ext cx="1318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25589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SMART CAMPUS EVENT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16140" y="7774636"/>
            <a:ext cx="954553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K . Nithish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kumar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reddy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VTU25914 – Reg.No.23UECS0751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2397" y="7818586"/>
            <a:ext cx="72194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</a:t>
            </a:r>
            <a:r>
              <a:rPr lang="en-IN" sz="3200" dirty="0" err="1"/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000203" y="710986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0275" y="2082230"/>
            <a:ext cx="154686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campus events manually can lead to confusion, missed registrations, and poor coordination.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colleges, organizing workshops, seminars, and events efficiently is very important.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Smart Campus Event Management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upcoming events, register, and provide feedback easily.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events through a centralized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 and CRUD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49496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C3B1A-3007-79E5-C27E-32BCA1F973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62" y="1699570"/>
            <a:ext cx="1423185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management of campus events often leads to errors and miscommunication.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may miss important event updates due to lack of a centralized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processes are not organized and can lead to data loss.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details are not easily accessible to all students.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events manually becomes time-consuming for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feedback collection affects event improvement.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event information dynamically.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absence of a digital system reduces efficiency and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66454"/>
            <a:ext cx="1447800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Smart Campus Event Management System for efficient event handling.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upcoming events in a centralized platform.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register for events easily through an online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feedback mechanism for improving event quality.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admins to create, update, and delete event details.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all event and registration data in a structured database.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event organizers.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increase system efficiency.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62419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667E-A2C0-244E-7A94-532E1EFE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41462"/>
            <a:ext cx="1588009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Smart Campus Event Management System developed using Spring      Boot,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upcoming events and access event details in a centralized platform.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register for events and provide feedback through online forms.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 information dynamically using the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event, registration, and feedback data are securely stored in a MySQL database.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manual systems, it is more reliable, organized, and scalable.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Edited login module diagram">
            <a:extLst>
              <a:ext uri="{FF2B5EF4-FFF2-40B4-BE49-F238E27FC236}">
                <a16:creationId xmlns:a16="http://schemas.microsoft.com/office/drawing/2014/main" id="{291F5384-B72A-E8E4-F298-DC9D7807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16586"/>
            <a:ext cx="1194435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84524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6D2FB-9495-F844-E2B5-A02CBB925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43100"/>
            <a:ext cx="14396216" cy="7519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9785" y="1262395"/>
            <a:ext cx="1541951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 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0" y="28358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76975" y="1058782"/>
            <a:ext cx="15082325" cy="90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for admin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to admin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new events with name, department, type, and date.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 and delete events using CRUD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students to browse upcoming events.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View event details using MVC pages and REST APIs.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 Registration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register for events with form validation.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Search events based on date, department, and type.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Displays filtered results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university ID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36268-8BB4-124E-0F4D-6967B5242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675672"/>
            <a:ext cx="11963400" cy="57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4" y="1809095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 after the event.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0F749-E9BB-ABF3-1324-9C4C2DFA4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016489"/>
            <a:ext cx="11591941" cy="585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99B74-F828-B64C-3D72-1E5629FD3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303119"/>
            <a:ext cx="11460140" cy="656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submit feedback for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7B38A-8B65-8B0E-0EAD-514DBD6F4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102230"/>
            <a:ext cx="13106400" cy="514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-27432" y="50162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2119086" y="1696180"/>
            <a:ext cx="14049828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CRUD functionality for event management.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storing events and registrations.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event search using filters (date, department, type).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 without advanced styling or responsive layout.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or notification system for event updates.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authentication (only basic admin login, no role-based access).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and database configuration.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1166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Wingdings</vt:lpstr>
      <vt:lpstr>Gotham</vt:lpstr>
      <vt:lpstr>Times New Roman</vt:lpstr>
      <vt:lpstr>Bookman Old Style</vt:lpstr>
      <vt:lpstr>Calibri</vt:lpstr>
      <vt:lpstr>Gotham Bold Italics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nithishkakarla2005@gmail.com</cp:lastModifiedBy>
  <cp:revision>34</cp:revision>
  <dcterms:created xsi:type="dcterms:W3CDTF">2006-08-16T00:00:00Z</dcterms:created>
  <dcterms:modified xsi:type="dcterms:W3CDTF">2026-05-05T16:03:02Z</dcterms:modified>
  <dc:identifier>DAHCaYqJ9OU</dc:identifier>
</cp:coreProperties>
</file>